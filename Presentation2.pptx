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1072-37D2-427C-A09B-1F7C0F1DE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4C9F1-0D86-4B38-B381-ED78A080E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7A0A-EB4C-402D-ABA4-1C3E6324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8FB24-AC4C-4982-8E8D-F512DD39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AE747-68B4-4F01-A434-0B9B9AB1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9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9B71-3136-48E5-993E-03627887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28ED-0C6E-4F8D-BEE7-DFD63C069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F060-5022-4697-979C-96310814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2842-C0A5-4E1E-A302-0601B2BD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AC54-43D7-4947-9DF5-39AD8484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4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18DB-9D8E-4502-AB79-23184D8A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31DF5-DF94-4193-A7F8-2EE2D6316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3BDB-B60E-4A66-9C70-432D7B126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C456-1C1B-43AD-A6AB-EAA5B30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AD00-D23C-441E-9741-E1DC4A6D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8964-810F-461B-B7CF-49CF8C0B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E7C7-AF6F-453D-A701-6D1C2637D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DA66C-8545-45DC-A5BF-BFE67B07A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678BF-F28A-443F-BCD2-77BB39E4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CB44E-587E-42AB-9B6C-E7BF1973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7CA5A-D081-4B56-A833-B5FA2439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5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9572-56FD-4F20-9B04-09FB63E1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5209E-35AE-4EED-8EA6-A59CA544C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AABBF-C98E-441F-8105-D8B8D0816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FDB69-72D0-4192-B0AA-9B90C24CC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2E643-44B7-4A32-91A3-FE6BA996B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C604B-1AC6-4C5E-B18D-A22364E3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88378-6D95-49E4-AEDB-C0806AAD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7BF17-F637-4BBF-9727-E0462659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7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3458-A023-4CD9-9957-523146A7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63C92-FB37-4E04-8C62-7C999988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C3D1E-6D3D-451C-906D-007C9B5C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B1EE9-C7F0-47A8-AE68-D7811321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0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A2707-10B4-48E1-90C2-6B14E7E7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B1F3E-3C3E-49DC-84FD-696593AB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0D477-D757-4259-BC4A-06E216C0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2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A9F8-4C0A-45C0-BB21-6592BFA3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BAB03-BC61-429F-8434-7F8888451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9BD8D-C049-406A-BD6F-78FD407FE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6E5F1-CCAF-4E2E-A3EF-F115D0BD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25EF2-3566-4CE9-A064-DEDCFBF2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B9DEF-96F6-4CA9-A886-DD446C83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5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C80A-D2A4-48E2-A354-E462762B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0B3F6-5590-4540-B633-3CC90B551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8CD82-8EE7-4E00-A9CC-942572CCF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B8897-6D26-4378-AE6B-F84857F3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CB514-CA8E-4C42-A1E0-4830EF33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C339B-06BF-4A18-91F7-E07D9BA2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3310-91CA-4CD3-B24B-0AA184DC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4D94C-755D-4904-9027-94B66D97E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9E28-D37D-46FD-8BD2-C9B1F7E4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81C6C-1D95-4F42-815A-AFE74A2D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BFD3-719B-4A18-98DE-FAC20B02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9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656FF-7515-4318-B70A-0AFE3C992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5BC5E-9C33-43E4-AA70-250A95577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8657-2EE2-49A3-8B2C-15770F47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3C694-92FF-4D1F-B5D5-B1DF229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49AAD-5FA6-47AE-8095-F0B0CF6D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2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4DAEB-97BC-4497-A8BD-1D9F05D0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E4492-861E-4D01-8862-B78ACB49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8344-0DBB-40E3-93FE-AF24885D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23904-FD6B-4DFB-8179-DCF512EDDA2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65E68-CB13-4DC6-B42C-208ED823C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848AC-674E-4348-848C-0C0AD8F4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6706A-DF5C-4D4E-8771-7441EB797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9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B8F570-666D-400B-97F4-CFB6D43621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" t="7150" r="50000" b="69662"/>
          <a:stretch/>
        </p:blipFill>
        <p:spPr>
          <a:xfrm>
            <a:off x="844158" y="598714"/>
            <a:ext cx="5251842" cy="566057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87C9E3-6DEE-4147-875E-972229467540}"/>
              </a:ext>
            </a:extLst>
          </p:cNvPr>
          <p:cNvSpPr/>
          <p:nvPr/>
        </p:nvSpPr>
        <p:spPr>
          <a:xfrm>
            <a:off x="6995886" y="2035628"/>
            <a:ext cx="4078514" cy="278674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Lily looks outside the window</a:t>
            </a:r>
          </a:p>
        </p:txBody>
      </p:sp>
    </p:spTree>
    <p:extLst>
      <p:ext uri="{BB962C8B-B14F-4D97-AF65-F5344CB8AC3E}">
        <p14:creationId xmlns:p14="http://schemas.microsoft.com/office/powerpoint/2010/main" val="205088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705C4-72F8-497F-B5B3-303C8919D6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40" t="7196" r="3650" b="70583"/>
          <a:stretch/>
        </p:blipFill>
        <p:spPr>
          <a:xfrm>
            <a:off x="769257" y="515257"/>
            <a:ext cx="5878286" cy="550091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02F9D7-1063-4043-A509-CA63F015B457}"/>
              </a:ext>
            </a:extLst>
          </p:cNvPr>
          <p:cNvSpPr/>
          <p:nvPr/>
        </p:nvSpPr>
        <p:spPr>
          <a:xfrm>
            <a:off x="7271657" y="1857830"/>
            <a:ext cx="4151086" cy="2641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She sees a blue bird</a:t>
            </a:r>
          </a:p>
        </p:txBody>
      </p:sp>
    </p:spTree>
    <p:extLst>
      <p:ext uri="{BB962C8B-B14F-4D97-AF65-F5344CB8AC3E}">
        <p14:creationId xmlns:p14="http://schemas.microsoft.com/office/powerpoint/2010/main" val="279078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462ADF-58D5-4E3E-9519-A7A00F817F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" t="33862" r="51482" b="45186"/>
          <a:stretch/>
        </p:blipFill>
        <p:spPr>
          <a:xfrm>
            <a:off x="328316" y="507999"/>
            <a:ext cx="6333741" cy="4511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44C655-CBD8-45F9-AA2A-C12D431743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410" b="49754" l="14548" r="4213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99" t="34742" r="54415" b="48578"/>
          <a:stretch/>
        </p:blipFill>
        <p:spPr>
          <a:xfrm>
            <a:off x="0" y="507999"/>
            <a:ext cx="5036456" cy="343988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F96494D-32A0-4B2A-8022-CCD829797A48}"/>
              </a:ext>
            </a:extLst>
          </p:cNvPr>
          <p:cNvSpPr/>
          <p:nvPr/>
        </p:nvSpPr>
        <p:spPr>
          <a:xfrm>
            <a:off x="7678057" y="1275825"/>
            <a:ext cx="3817258" cy="27736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The bird flies away</a:t>
            </a:r>
          </a:p>
        </p:txBody>
      </p:sp>
    </p:spTree>
    <p:extLst>
      <p:ext uri="{BB962C8B-B14F-4D97-AF65-F5344CB8AC3E}">
        <p14:creationId xmlns:p14="http://schemas.microsoft.com/office/powerpoint/2010/main" val="54046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16667E-7 1.48148E-6 L 0.06706 0.04004 C 0.08099 0.04907 0.10195 0.05393 0.12396 0.05393 C 0.14896 0.05393 0.16901 0.04907 0.18294 0.04004 L 0.25 1.48148E-6 " pathEditMode="relative" rAng="0" ptsTypes="AAAAA">
                                      <p:cBhvr>
                                        <p:cTn id="11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FEEA7-D0DC-46C3-AC57-784973ED0B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57" t="33710" r="5238" b="45875"/>
          <a:stretch/>
        </p:blipFill>
        <p:spPr>
          <a:xfrm>
            <a:off x="522512" y="649514"/>
            <a:ext cx="7252600" cy="55589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30AF52-C122-4846-83BE-393FE70B4B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023" b="54531" l="59543" r="8282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33" t="33710" r="14269" b="43155"/>
          <a:stretch/>
        </p:blipFill>
        <p:spPr>
          <a:xfrm>
            <a:off x="1213079" y="649514"/>
            <a:ext cx="4989460" cy="624114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D13311-4DFF-4A7C-B779-52C546EAC4A3}"/>
              </a:ext>
            </a:extLst>
          </p:cNvPr>
          <p:cNvSpPr/>
          <p:nvPr/>
        </p:nvSpPr>
        <p:spPr>
          <a:xfrm>
            <a:off x="8360229" y="1930400"/>
            <a:ext cx="3599542" cy="246742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Lily rans after the bird</a:t>
            </a:r>
          </a:p>
        </p:txBody>
      </p:sp>
    </p:spTree>
    <p:extLst>
      <p:ext uri="{BB962C8B-B14F-4D97-AF65-F5344CB8AC3E}">
        <p14:creationId xmlns:p14="http://schemas.microsoft.com/office/powerpoint/2010/main" val="228521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24 -0.03171 L -0.02318 0.00833 C -0.00925 0.01736 0.01172 0.02222 0.03372 0.02222 C 0.05872 0.02222 0.07877 0.01736 0.0927 0.00833 L 0.15976 -0.03171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B72B9E-EEC3-421E-BA3B-70659E7AD4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9" t="58561" r="51269" b="20816"/>
          <a:stretch/>
        </p:blipFill>
        <p:spPr>
          <a:xfrm>
            <a:off x="841829" y="1074057"/>
            <a:ext cx="6023428" cy="476068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FE2D16-296E-4EBA-AADB-A849F0DA0C1F}"/>
              </a:ext>
            </a:extLst>
          </p:cNvPr>
          <p:cNvSpPr/>
          <p:nvPr/>
        </p:nvSpPr>
        <p:spPr>
          <a:xfrm>
            <a:off x="7750629" y="2173514"/>
            <a:ext cx="3599542" cy="25109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She hears a chirp</a:t>
            </a:r>
          </a:p>
        </p:txBody>
      </p:sp>
    </p:spTree>
    <p:extLst>
      <p:ext uri="{BB962C8B-B14F-4D97-AF65-F5344CB8AC3E}">
        <p14:creationId xmlns:p14="http://schemas.microsoft.com/office/powerpoint/2010/main" val="246755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98645E-0FCF-48C7-8C68-B27A612606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5" t="59259" r="5477" b="21270"/>
          <a:stretch/>
        </p:blipFill>
        <p:spPr>
          <a:xfrm>
            <a:off x="420915" y="1026885"/>
            <a:ext cx="6748424" cy="459014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54C35-915E-4BF2-8EED-CD2EAEADD1ED}"/>
              </a:ext>
            </a:extLst>
          </p:cNvPr>
          <p:cNvSpPr/>
          <p:nvPr/>
        </p:nvSpPr>
        <p:spPr>
          <a:xfrm>
            <a:off x="7590971" y="2032000"/>
            <a:ext cx="3773714" cy="25109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Suddenly she found the blue bird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0BFBD-393F-4A9B-B3D0-25B6E3CED4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819" b="73868" l="78137" r="9197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408" t="60313" r="6301" b="24626"/>
          <a:stretch/>
        </p:blipFill>
        <p:spPr>
          <a:xfrm>
            <a:off x="4921060" y="0"/>
            <a:ext cx="2742482" cy="355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2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69 -0.05718 L -0.05469 0.1928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9F872-C29F-43A3-A739-C4F5905FE1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56" t="83175" r="3969" b="-741"/>
          <a:stretch/>
        </p:blipFill>
        <p:spPr>
          <a:xfrm>
            <a:off x="246744" y="1059542"/>
            <a:ext cx="6672868" cy="449942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2646FD-9960-4170-847C-2CD12D36A07B}"/>
              </a:ext>
            </a:extLst>
          </p:cNvPr>
          <p:cNvSpPr/>
          <p:nvPr/>
        </p:nvSpPr>
        <p:spPr>
          <a:xfrm>
            <a:off x="7605486" y="1828801"/>
            <a:ext cx="3788229" cy="24093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Happy ending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15431-6D17-4029-A816-09C0C75D66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783" b="93966" l="76578" r="9017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878" t="84760" r="8124" b="5011"/>
          <a:stretch/>
        </p:blipFill>
        <p:spPr>
          <a:xfrm>
            <a:off x="2501863" y="2692402"/>
            <a:ext cx="2627087" cy="26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7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0.1044 C -0.00625 0.07917 -0.00781 0.0544 0.00859 0.00695 C 0.025 -0.04027 0.09427 -0.17939 0.09427 -0.17939 L 0.09427 -0.17939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-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141</TotalTime>
  <Words>31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1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PMYLS</dc:creator>
  <cp:lastModifiedBy>PMYLS</cp:lastModifiedBy>
  <cp:revision>14</cp:revision>
  <dcterms:created xsi:type="dcterms:W3CDTF">2025-10-27T17:47:20Z</dcterms:created>
  <dcterms:modified xsi:type="dcterms:W3CDTF">2025-10-27T20:08:51Z</dcterms:modified>
</cp:coreProperties>
</file>